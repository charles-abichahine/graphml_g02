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Narkomfin Building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K &amp; Type F Apartments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 — Assignment 02 by Group 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TopologicPy + Python (Jupyter Notebook)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Narkomfin Building (1930, Moscow) by Ginzburg &amp; Milinis — Soviet Constructivist housing organised around collective living principles.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K: two-storey duplex. L1 = continuous corridor floor. L2 = 11 disconnected rooms above. Corridor at the base, rooms above. 12 stair connections.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F: three-storey unit. L2 (middle) = continuous living/corridor floor. L1 (below) and L3 (above) = fragmented rooms. Corridor in the middle. 19 stairs spanning all 3 floors.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types share the same linear corridor spine logic but differ in vertical organisation — K is asymmetric (base corridor), F is symmetric (middle corridor).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0.5-unit grid sampling, ray-casting PIP filtering, 4-neighbour adjacency, stair-edge stitching between floor pairs.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BUILDING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graph, Type K</a:t>
            </a:r>
            <a:endParaRPr lang="en-US" sz="3200" dirty="0"/>
          </a:p>
        </p:txBody>
      </p:sp>
      <p:pic>
        <p:nvPicPr>
          <p:cNvPr id="4" name="Image 0" descr="C:\IaaC\AIA\GraphML_G02\02_graph_analysis\exports\K Type\building graph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is a dense, continuous mesh — the corridor spine runs the full length of the unit.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is visibly fragmented into room islands, linked to L1 only through vertical stair edges.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edges cluster in the centre, creating a narrow band of cross-floor connectivity.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density is very low — reflecting the linear, corridor-dominated topology.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BUILDING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graph, Type F</a:t>
            </a:r>
            <a:endParaRPr lang="en-US" sz="3200" dirty="0"/>
          </a:p>
        </p:txBody>
      </p:sp>
      <p:pic>
        <p:nvPicPr>
          <p:cNvPr id="4" name="Image 0" descr="C:\IaaC\AIA\GraphML_G02\02_graph_analysis\exports\F Type\Ftype_building graph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(middle) is the densest, most continuous mesh — the spatial backbone of the Type F.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(bottom) and L3 (top) are both fragmented into room islands, symmetric about the corridor.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stair produces two vertical connections (L1→L2 and L2→L3), creating a ladder-like structure.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fragmentation is symmetric: rooms exist both above and below the corridor floor.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CLOSENESS CENTRALITY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 centrality, Type K</a:t>
            </a:r>
            <a:endParaRPr lang="en-US" sz="3200" dirty="0"/>
          </a:p>
        </p:txBody>
      </p:sp>
      <p:pic>
        <p:nvPicPr>
          <p:cNvPr id="4" name="Image 0" descr="C:\IaaC\AIA\GraphML_G02\02_graph_analysis\exports\K Type\closeness centrality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closeness forms a hot band along the L1 main corridor, centre-to-east — the topological heart of the apartment.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gradient is strikingly linear, falling toward both ends of the corridor.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rooms are uniformly blue-purple — topologically deep, confirming they are destination spaces.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corridor is the primary spatial integrator. Privacy gradient runs upward from L1 to L2.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CLOSENESS CENTRALITY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 centrality, Type F</a:t>
            </a:r>
            <a:endParaRPr lang="en-US" sz="3200" dirty="0"/>
          </a:p>
        </p:txBody>
      </p:sp>
      <p:pic>
        <p:nvPicPr>
          <p:cNvPr id="4" name="Image 0" descr="C:\IaaC\AIA\GraphML_G02\02_graph_analysis\exports\F Type\Ftype_closeness centrality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closeness sits on L2 (middle floor), concentrated at the centre of the plan.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gradient is bidirectional — accessibility decreases both downward to L1 and upward to L3.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and L3 rooms are uniformly blue-purple — topologically deep in both directions.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middle-floor corridor is equidistant from rooms on both sides, producing a balanced accessibility profile.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BETWEENNESS CENTRALITY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 centrality, Type K</a:t>
            </a:r>
            <a:endParaRPr lang="en-US" sz="3200" dirty="0"/>
          </a:p>
        </p:txBody>
      </p:sp>
      <p:pic>
        <p:nvPicPr>
          <p:cNvPr id="4" name="Image 0" descr="C:\IaaC\AIA\GraphML_G02\02_graph_analysis\exports\K Type\betweeness centrality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sharp hot line runs along the L1 corridor centreline — virtually all movement passes through this single narrow band.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landing zones show localised betweenness spikes — critical chokepoints for vertical traffic.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rooms are entirely dark (near-zero betweenness) — they are topological dead ends.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corridor is not just accessible but the sole routing channel. Obstruction would sever the entire apartment.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BETWEENNESS CENTRALITY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 centrality, Type F</a:t>
            </a:r>
            <a:endParaRPr lang="en-US" sz="3200" dirty="0"/>
          </a:p>
        </p:txBody>
      </p:sp>
      <p:pic>
        <p:nvPicPr>
          <p:cNvPr id="4" name="Image 0" descr="C:\IaaC\AIA\GraphML_G02\02_graph_analysis\exports\F Type\Ftype_betweeness centrality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equally sharp hot line on L2 — the corridor carries a double load, serving rooms on two floors.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landings absorb traffic from both directions (up and down), making them doubly loaded chokepoints.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and L3 rooms are entirely dark — pure destination spaces with no through-traffic.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L1↔L3 path must traverse L2 as a mandatory intermediary. The corridor is more critical than in Type K.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SHORTEST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path, Type K vs Type 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K — L1 → L2</a:t>
            </a:r>
            <a:endParaRPr lang="en-US" sz="1100" dirty="0"/>
          </a:p>
        </p:txBody>
      </p:sp>
      <p:pic>
        <p:nvPicPr>
          <p:cNvPr id="5" name="Image 0" descr="C:\IaaC\AIA\GraphML_G02\02_graph_analysis\exports\K Type\shortest path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384048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F — L1 → L2 → L3</a:t>
            </a:r>
            <a:endParaRPr lang="en-US" sz="1100" dirty="0"/>
          </a:p>
        </p:txBody>
      </p:sp>
      <p:pic>
        <p:nvPicPr>
          <p:cNvPr id="7" name="Image 1" descr="C:\IaaC\AIA\GraphML_G02\02_graph_analysis\exports\F Type\Ftype_shortest pat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463040"/>
            <a:ext cx="384048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K: L-shaped path — horizontal along L1 corridor, then one vertical jump to L2.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F: Z-shaped path — vertical up to L2, horizontal along corridor, vertical up to L3.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Both: straightened (blue) path closely tracks topological (red) — the narrow corridor leaves little room for geometric optimisation.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L2 corridor segment dominates the Type F path. Stair placement controls cross-floor routing efficiency in both types.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DEGREE CENTRALITY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centrality, Type K vs Type 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K</a:t>
            </a:r>
            <a:endParaRPr lang="en-US" sz="1100" dirty="0"/>
          </a:p>
        </p:txBody>
      </p:sp>
      <p:pic>
        <p:nvPicPr>
          <p:cNvPr id="5" name="Image 0" descr="C:\IaaC\AIA\GraphML_G02\02_graph_analysis\exports\K Type\degree centrality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384048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F</a:t>
            </a:r>
            <a:endParaRPr lang="en-US" sz="1100" dirty="0"/>
          </a:p>
        </p:txBody>
      </p:sp>
      <p:pic>
        <p:nvPicPr>
          <p:cNvPr id="7" name="Image 1" descr="C:\IaaC\AIA\GraphML_G02\02_graph_analysis\exports\F Type\Ftype_degree centrality_.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463040"/>
            <a:ext cx="384048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types show nearly uniform degree — the plan is topologically flat at the local scale.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spots at stair landings where vertical edges add connections (degree 5 in K, up to 6 in F).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interiors have the same local connectivity as corridor interiors. The hierarchy only emerges at the global scale.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CLUSTERING COEFFICIENT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coefficient, Type K vs Type 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K</a:t>
            </a:r>
            <a:endParaRPr lang="en-US" sz="1100" dirty="0"/>
          </a:p>
        </p:txBody>
      </p:sp>
      <p:pic>
        <p:nvPicPr>
          <p:cNvPr id="5" name="Image 0" descr="C:\IaaC\AIA\GraphML_G02\02_graph_analysis\exports\K Type\clustering coefficient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384048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F</a:t>
            </a:r>
            <a:endParaRPr lang="en-US" sz="1100" dirty="0"/>
          </a:p>
        </p:txBody>
      </p:sp>
      <p:pic>
        <p:nvPicPr>
          <p:cNvPr id="7" name="Image 1" descr="C:\IaaC\AIA\GraphML_G02\02_graph_analysis\exports\F Type\Ftype_clustering coefficient_.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463040"/>
            <a:ext cx="384048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Both: uniformly zero. In a 4-neighbour rectilinear grid, no two neighbours of a cell are themselves neighbours — triangles cannot form.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apartment has ring corridors, courtyards, or loop connections. Both enforce strictly sequential spatial logic — you can only go forward or back.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COMMUNITY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detection, Type K</a:t>
            </a:r>
            <a:endParaRPr lang="en-US" sz="3200" dirty="0"/>
          </a:p>
        </p:txBody>
      </p:sp>
      <p:pic>
        <p:nvPicPr>
          <p:cNvPr id="4" name="Image 0" descr="C:\IaaC\AIA\GraphML_G02\02_graph_analysis\exports\K Type\community detection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slice the building into longitudinal bands — each containing a corridor segment and its L2 rooms above.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zone (purple/blue): kitchen block + west L2 rooms. Central zone (blue/teal): corridor core + stair-connected rooms.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boundaries run perpendicular to the corridor — the building self-organises into vertical slices, not floor layers.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Stairs bind each L2 room to its nearest L1 corridor segment more strongly than to other L2 rooms.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COMMUNITY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detection, Type F</a:t>
            </a:r>
            <a:endParaRPr lang="en-US" sz="3200" dirty="0"/>
          </a:p>
        </p:txBody>
      </p:sp>
      <p:pic>
        <p:nvPicPr>
          <p:cNvPr id="4" name="Image 0" descr="C:\IaaC\AIA\GraphML_G02\02_graph_analysis\exports\F Type\Ftype_community detection_.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2801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longitudinal-band pattern, extended to three floors — each community spans a corridor segment plus L1 rooms below and L3 rooms above.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are thicker vertical slices than Type K — the middle corridor binds rooms on both sides.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boundaries still run perpendicular to the corridor. Floors do not separate into their own communities.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building's true spatial units are three-floor vertical slices — consistent with Ginzburg's integrated living cells.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summary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K (2 floors)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F (3 floors)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Corridor position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 (L1)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 (L2)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 connections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(one junction)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x 2 junctions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Closeness gradient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One-directional (up)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 (up + down)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Betweenness 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Serves 1 floor of rooms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Serves 2 floors of rooms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fragility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Corridor failure disconnects L2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Corridor failure disconnects L1 + L3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2-floor vertical slices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3-floor vertical slices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(no loops)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(no loops)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spine, different symmetry: both types use a single continuous corridor absorbing all circulation. Type K places it at the base (asymmetric), Type F in the middle (symmetric).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 position is stronger: Type F's L2 corridor is equidistant from rooms in both directions, producing a more balanced accessibility profile.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more fragile: Type F's corridor carries a double structural load — the only horizontal route for two floors of rooms. Obstruction disconnects twice the spaces.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slicing is universal: community detection in both types produces longitudinal bands, not floor separations. Stairs bind rooms to their nearest corridor segment across floor boundaries.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Narkomfin apartments are not stacked flats but integrated three-dimensional living cells, organised vertically around a shared circulation spine.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graph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analysis turns qualitative spatial intuition into measurable, comparable values across both apartment types.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 exposes the corridor as a single-point-of-failure routing spine — invisible in a standard floor plan reading.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 quantifies the privacy gradient between floors and reveals that the Type F's middle-floor corridor is more topologically central.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 shows the building's true spatial units are vertical slices — confirming Ginzburg's design intent of integrated living cells.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comparative analysis reveals a structural trade-off: the Type F is better integrated but more fragile — a finding that only the graph makes legible.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GraphML_G02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Analysis — Narkomfin Building</dc:title>
  <dc:subject>PptxGenJS Presentation</dc:subject>
  <dc:creator>Group 02</dc:creator>
  <cp:lastModifiedBy>Group 02</cp:lastModifiedBy>
  <cp:revision>1</cp:revision>
  <dcterms:created xsi:type="dcterms:W3CDTF">2026-06-23T08:14:41Z</dcterms:created>
  <dcterms:modified xsi:type="dcterms:W3CDTF">2026-06-23T08:14:41Z</dcterms:modified>
</cp:coreProperties>
</file>